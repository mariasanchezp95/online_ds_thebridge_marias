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807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74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412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384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714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320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924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211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419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038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567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1362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976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276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19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663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8F8DE-5E07-4656-810B-005F1F72B32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9D21E30-5D73-4B6E-84AA-88D2DE692E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74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BB76E-34FB-F383-3111-B8F4D839D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7368" y="892277"/>
            <a:ext cx="8915399" cy="2262781"/>
          </a:xfrm>
        </p:spPr>
        <p:txBody>
          <a:bodyPr/>
          <a:lstStyle/>
          <a:p>
            <a:r>
              <a:rPr lang="es-ES" dirty="0"/>
              <a:t>Análisis de Supervivencia del </a:t>
            </a:r>
            <a:r>
              <a:rPr lang="es-ES" dirty="0" err="1"/>
              <a:t>Titanic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096C28-A98B-2558-D27B-53ABB46F5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3067" y="3582373"/>
            <a:ext cx="9144000" cy="871639"/>
          </a:xfrm>
        </p:spPr>
        <p:txBody>
          <a:bodyPr>
            <a:normAutofit fontScale="92500"/>
          </a:bodyPr>
          <a:lstStyle/>
          <a:p>
            <a:r>
              <a:rPr lang="es-ES" sz="3000" dirty="0"/>
              <a:t>Sprint 08. Práctica de Visualización y Presentación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9261AEF-17B2-8FFD-BA19-C396D8BA9138}"/>
              </a:ext>
            </a:extLst>
          </p:cNvPr>
          <p:cNvSpPr txBox="1">
            <a:spLocks/>
          </p:cNvSpPr>
          <p:nvPr/>
        </p:nvSpPr>
        <p:spPr>
          <a:xfrm>
            <a:off x="2281084" y="5775119"/>
            <a:ext cx="9144000" cy="871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Realizado por María Jesús Sánchez Pimienta</a:t>
            </a:r>
          </a:p>
        </p:txBody>
      </p:sp>
    </p:spTree>
    <p:extLst>
      <p:ext uri="{BB962C8B-B14F-4D97-AF65-F5344CB8AC3E}">
        <p14:creationId xmlns:p14="http://schemas.microsoft.com/office/powerpoint/2010/main" val="157311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4BAC1B2-6636-4CB3-8018-BAAE8A045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E51F2A-41B1-4159-8DCF-C9E46EDC5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047" y="935646"/>
            <a:ext cx="4851190" cy="496801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868BDA6-98C8-4E7B-8A59-1162BE93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87364" y="228600"/>
            <a:ext cx="2851523" cy="6638625"/>
            <a:chOff x="2487613" y="285750"/>
            <a:chExt cx="2428875" cy="5654676"/>
          </a:xfrm>
        </p:grpSpPr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D81ADA10-FA3B-405F-86D4-1BA4D4140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D4F2022F-50BA-40A0-9DE3-95D8E5D84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D45B3AAD-CD8F-42A9-8911-746584CB4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1B5BBA15-98B5-49B1-BFAA-70496407C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1426328E-D8AD-4CF3-84C4-EADAF4B7C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6D173D77-4FAE-4B6E-BCA3-88C023DEA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D2F3C6ED-3296-4551-890C-E00636FC4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CCD94978-E895-4165-8420-BFD493A48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2D296B6E-5119-44C6-8316-91B13AC22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9718EC72-EF07-434B-86CA-F9FB74FA4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4A84889A-F40B-4581-B8FF-D34D3EC21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EEA5C22F-63E7-4E2A-9135-6820FC6B8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2B2B893-BDFC-47A3-A8C8-B3351994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4579" y="-786"/>
            <a:ext cx="2356675" cy="6854040"/>
            <a:chOff x="6627813" y="194833"/>
            <a:chExt cx="1952625" cy="5678918"/>
          </a:xfrm>
        </p:grpSpPr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8D083C0B-408E-4195-B8E1-33451B8A3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C7442FE-70AA-4B30-9386-0E011A0A9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183366D-5F8A-40D5-9D35-25286ECB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Freeform 30">
              <a:extLst>
                <a:ext uri="{FF2B5EF4-FFF2-40B4-BE49-F238E27FC236}">
                  <a16:creationId xmlns:a16="http://schemas.microsoft.com/office/drawing/2014/main" id="{F9E4E29F-ED9B-42DE-8858-A3B54120E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5" name="Freeform 31">
              <a:extLst>
                <a:ext uri="{FF2B5EF4-FFF2-40B4-BE49-F238E27FC236}">
                  <a16:creationId xmlns:a16="http://schemas.microsoft.com/office/drawing/2014/main" id="{75C77770-2C7D-4356-A1C0-F3B10DCCC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A583B398-24D3-452A-9279-409D85D4C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8592BE0E-0BF6-4FE9-ABD6-7B7188BFD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C3D34FBF-02FF-4A36-BD2F-560F61252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9" name="Freeform 35">
              <a:extLst>
                <a:ext uri="{FF2B5EF4-FFF2-40B4-BE49-F238E27FC236}">
                  <a16:creationId xmlns:a16="http://schemas.microsoft.com/office/drawing/2014/main" id="{F7F01C2A-5852-4E78-87E5-9639938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0" name="Freeform 36">
              <a:extLst>
                <a:ext uri="{FF2B5EF4-FFF2-40B4-BE49-F238E27FC236}">
                  <a16:creationId xmlns:a16="http://schemas.microsoft.com/office/drawing/2014/main" id="{3F3D15E2-E389-4E28-815C-9F1EF5387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1" name="Freeform 37">
              <a:extLst>
                <a:ext uri="{FF2B5EF4-FFF2-40B4-BE49-F238E27FC236}">
                  <a16:creationId xmlns:a16="http://schemas.microsoft.com/office/drawing/2014/main" id="{933BD079-DCEA-44C2-A3ED-3919F996F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2" name="Freeform 38">
              <a:extLst>
                <a:ext uri="{FF2B5EF4-FFF2-40B4-BE49-F238E27FC236}">
                  <a16:creationId xmlns:a16="http://schemas.microsoft.com/office/drawing/2014/main" id="{760D82AC-986D-4E9A-9989-BB83B349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2705DE0-61B8-AAAA-A8CD-C1AD9CDD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9704" y="935647"/>
            <a:ext cx="3556496" cy="28464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700" dirty="0"/>
              <a:t>El Titanic </a:t>
            </a:r>
            <a:r>
              <a:rPr lang="en-US" sz="3700" dirty="0" err="1"/>
              <a:t>fue</a:t>
            </a:r>
            <a:r>
              <a:rPr lang="en-US" sz="3700" dirty="0"/>
              <a:t> un </a:t>
            </a:r>
            <a:r>
              <a:rPr lang="en-US" sz="3700" dirty="0" err="1"/>
              <a:t>accidente</a:t>
            </a:r>
            <a:r>
              <a:rPr lang="en-US" sz="3700" dirty="0"/>
              <a:t> con </a:t>
            </a:r>
            <a:r>
              <a:rPr lang="en-US" sz="3700" dirty="0" err="1"/>
              <a:t>una</a:t>
            </a:r>
            <a:r>
              <a:rPr lang="en-US" sz="3700" dirty="0"/>
              <a:t> </a:t>
            </a:r>
            <a:r>
              <a:rPr lang="en-US" sz="3700" dirty="0" err="1"/>
              <a:t>tasa</a:t>
            </a:r>
            <a:r>
              <a:rPr lang="en-US" sz="3700" dirty="0"/>
              <a:t> de </a:t>
            </a:r>
            <a:r>
              <a:rPr lang="en-US" sz="3700" dirty="0" err="1"/>
              <a:t>mortalidad</a:t>
            </a:r>
            <a:r>
              <a:rPr lang="en-US" sz="3700" dirty="0"/>
              <a:t> </a:t>
            </a:r>
            <a:r>
              <a:rPr lang="en-US" sz="3700" dirty="0" err="1"/>
              <a:t>alta</a:t>
            </a:r>
            <a:endParaRPr lang="en-US" sz="37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E5026-001A-5BD4-E5F3-C87613827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2553" y="4619203"/>
            <a:ext cx="3483647" cy="12844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Más del 60%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pasajeros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fallecieron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La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supervivencia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excepción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no la norma.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D6AB94-DD33-CB1D-CE71-3C88D5F95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75" y="1986035"/>
            <a:ext cx="4213521" cy="2854662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E8CCA1D-3EED-438C-8DF2-1F365B6F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7355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76" name="Freeform 33">
            <a:extLst>
              <a:ext uri="{FF2B5EF4-FFF2-40B4-BE49-F238E27FC236}">
                <a16:creationId xmlns:a16="http://schemas.microsoft.com/office/drawing/2014/main" id="{32D9B158-7DEE-41F9-AC1A-4F746D428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087355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25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55615-2627-877A-1C76-2CB0FA0B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datos nos dicen que las mujeres y niños fueron primero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83238E-C996-8365-E85B-AC16357E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mujeres y los niños tuvieron tasas de supervivencia mucho más altas. Los hombres fueron el grupo con mayor mortalidad.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C5B16E0-7C77-F557-1C8C-3F283AEB9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969506"/>
            <a:ext cx="10058400" cy="35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80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0B2E1-C3C9-6411-41B4-BB6E985F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clase social tuvo un impacto determinante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D09C6D-B8EF-3550-0191-DDAC5D17E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primera clase sobrevivió mucho más que la tercera, por lo que la clase condicionó el acceso a botes y zonas de evacuación.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19276D-2196-C296-CB6A-8313AF847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213" y="3015007"/>
            <a:ext cx="9549398" cy="334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2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411D2-9FA4-38A0-CC3E-B34CD659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8904131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 dirty="0"/>
              <a:t>La clase explica diferencias entre mujeres y niños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DDEFD8-FB35-9C82-5E8C-ADFD56DA2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0" y="2133600"/>
            <a:ext cx="3833776" cy="3777622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Las mujeres de primera clase tuvieron una supervivencia muy alta, mientras que mujeres y niños de tercera clase </a:t>
            </a:r>
            <a:r>
              <a:rPr lang="es-ES" sz="1600">
                <a:solidFill>
                  <a:srgbClr val="000000"/>
                </a:solidFill>
              </a:rPr>
              <a:t>tuvieron una supervivencia </a:t>
            </a:r>
            <a:r>
              <a:rPr lang="es-ES" sz="1600" dirty="0">
                <a:solidFill>
                  <a:srgbClr val="000000"/>
                </a:solidFill>
              </a:rPr>
              <a:t>mucho menor.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BB4527-4FC2-E216-4A98-F64BE3855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576" y="1822279"/>
            <a:ext cx="6388968" cy="408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5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4F7F8-2DD8-93DD-C875-719AA126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puerto de embarque muestra diferencias en supervivencia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F9D8A-7B75-31E5-049F-8912521D2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Cherbourg</a:t>
            </a:r>
            <a:r>
              <a:rPr lang="es-ES" dirty="0"/>
              <a:t> tiene mayor supervivencia, mientras que Southampton tiene la menor.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D19938-9919-A8D5-DBBD-5FA224921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3195338"/>
            <a:ext cx="10033000" cy="35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69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9B039-C10F-BBE0-BAD8-65425DCF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9716931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 dirty="0"/>
              <a:t>El puerto influye por el tipo de pasajero que embarcó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BC84D9-0510-B70F-1C52-55E97DEA3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669" y="2383629"/>
            <a:ext cx="4005644" cy="2736222"/>
          </a:xfrm>
        </p:spPr>
        <p:txBody>
          <a:bodyPr>
            <a:normAutofit/>
          </a:bodyPr>
          <a:lstStyle/>
          <a:p>
            <a:r>
              <a:rPr lang="es-ES" sz="1600" dirty="0" err="1">
                <a:solidFill>
                  <a:srgbClr val="000000"/>
                </a:solidFill>
              </a:rPr>
              <a:t>Cherbourg</a:t>
            </a:r>
            <a:r>
              <a:rPr lang="es-ES" sz="1600" dirty="0">
                <a:solidFill>
                  <a:srgbClr val="000000"/>
                </a:solidFill>
              </a:rPr>
              <a:t> embarcó más pasajeros de primera clase, mientras que Southampton embarcó más tercera clase. Esto explica las diferencias de supervivencia.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6DFD61-470F-6F41-DF40-0CE4E15FC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566" y="1727200"/>
            <a:ext cx="5714062" cy="38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58302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</TotalTime>
  <Words>201</Words>
  <Application>Microsoft Office PowerPoint</Application>
  <PresentationFormat>Panorámica</PresentationFormat>
  <Paragraphs>15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Espiral</vt:lpstr>
      <vt:lpstr>Análisis de Supervivencia del Titanic</vt:lpstr>
      <vt:lpstr>El Titanic fue un accidente con una tasa de mortalidad alta</vt:lpstr>
      <vt:lpstr>Los datos nos dicen que las mujeres y niños fueron primero</vt:lpstr>
      <vt:lpstr>La clase social tuvo un impacto determinante</vt:lpstr>
      <vt:lpstr>La clase explica diferencias entre mujeres y niños</vt:lpstr>
      <vt:lpstr>El puerto de embarque muestra diferencias en supervivencia </vt:lpstr>
      <vt:lpstr>El puerto influye por el tipo de pasajero que embarcó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Jesús Sánchez Pimienta</dc:creator>
  <cp:lastModifiedBy>María Jesús Sánchez Pimienta</cp:lastModifiedBy>
  <cp:revision>3</cp:revision>
  <dcterms:created xsi:type="dcterms:W3CDTF">2026-04-16T21:56:49Z</dcterms:created>
  <dcterms:modified xsi:type="dcterms:W3CDTF">2026-04-16T22:21:28Z</dcterms:modified>
</cp:coreProperties>
</file>